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474720"/>
            <a:ext cx="3840480" cy="3840480"/>
          </a:xfrm>
          <a:prstGeom prst="ellipse">
            <a:avLst/>
          </a:prstGeom>
          <a:solidFill>
            <a:srgbClr val="10314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44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REDROB · DATA &amp; AI CHALLENGE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candidates the way a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recruiter would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hybrid, fully-offline candidate ranker for the Senior AI Engineer role — built to read profiles, not keywords.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212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</a:t>
            </a:r>
            <a:pPr indent="0" marL="0">
              <a:buNone/>
            </a:pPr>
            <a:r>
              <a:rPr lang="en-US" sz="1500" dirty="0">
                <a:solidFill>
                  <a:srgbClr val="8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candidate pool      </a:t>
            </a:r>
            <a:pPr indent="0" marL="0">
              <a:buNone/>
            </a:pPr>
            <a:r>
              <a:rPr lang="en-US" sz="1500" b="1" dirty="0">
                <a:solidFill>
                  <a:srgbClr val="44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100</a:t>
            </a:r>
            <a:pPr indent="0" marL="0">
              <a:buNone/>
            </a:pPr>
            <a:r>
              <a:rPr lang="en-US" sz="1500" dirty="0">
                <a:solidFill>
                  <a:srgbClr val="8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shortlist      </a:t>
            </a:r>
            <a:pPr indent="0" marL="0">
              <a:buNone/>
            </a:pPr>
            <a:r>
              <a:rPr lang="en-US" sz="1500" b="1" dirty="0">
                <a:solidFill>
                  <a:srgbClr val="44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pPr indent="0" marL="0">
              <a:buNone/>
            </a:pPr>
            <a:r>
              <a:rPr lang="en-US" sz="1500" dirty="0">
                <a:solidFill>
                  <a:srgbClr val="8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CPU · no network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 filters can't see what matters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286000"/>
            <a:ext cx="310896" cy="310896"/>
          </a:xfrm>
          <a:prstGeom prst="ellipse">
            <a:avLst/>
          </a:prstGeom>
          <a:solidFill>
            <a:srgbClr val="E8615D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223113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Keyword-stuffers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51560" y="283464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1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“Marketing Manager” whose skills list is packed with RAG, Pinecone, embeddings. Perfect on keywords — wrong person.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46520" y="192024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12280" y="2286000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0" y="223113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strengths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858000" y="283464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1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recommendation system at a product company, but never wrote “vector DB.” Easy to miss, genuinely strong.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05840" y="4617720"/>
            <a:ext cx="310896" cy="310896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4" name="Text 12"/>
          <p:cNvSpPr/>
          <p:nvPr/>
        </p:nvSpPr>
        <p:spPr>
          <a:xfrm>
            <a:off x="1508760" y="456285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 honeypots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051560" y="516636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1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Subtly impossible profiles: 8 years at a 3-year-old company; “expert” in 10 skills with 0 months used. Forced to tier 0.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46520" y="425196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12280" y="461772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0" y="456285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twins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858000" y="516636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1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on paper — separated only by who actually responds to recruiters and is still active.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pure embedding or keyword system falls for all four. The JD even says so explicitly.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4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explainable hybrid, not a black box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12233D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1305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44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Structured scoring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60120" y="265176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explainable features per candidate: title fit, trust-weighted skills, career evidence, semantic match, experience band, domain, location.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34840" y="18745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12233D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21305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Modifiers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754880" y="265176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multipliers on the merit score: explicit JD disqualifiers (red flags) and behavioral availability (response rate, recency, open-to-work).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0" y="1874520"/>
            <a:ext cx="3291840" cy="2148840"/>
          </a:xfrm>
          <a:prstGeom prst="roundRect">
            <a:avLst>
              <a:gd name="adj" fmla="val 3404"/>
            </a:avLst>
          </a:prstGeom>
          <a:solidFill>
            <a:srgbClr val="12233D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49640" y="21305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Honeypot guard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549640" y="265176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Internal-consistency checks collapse impossible profiles beneath every genuine candidate — no ID special-casing.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160520" y="26517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A6BF"/>
                </a:solidFill>
              </a:rPr>
              <a:t>→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955280" y="26517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A6BF"/>
                </a:solidFill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640080" y="4343400"/>
            <a:ext cx="10881360" cy="1783080"/>
          </a:xfrm>
          <a:prstGeom prst="roundRect">
            <a:avLst>
              <a:gd name="adj" fmla="val 4103"/>
            </a:avLst>
          </a:prstGeom>
          <a:solidFill>
            <a:srgbClr val="0A1830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score  =  weighted merit  ×  red-flag penalty  ×  behavioral modifier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14400" y="52120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44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fit + skill-trust 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defeat keyword-stuffers.   </a:t>
            </a:r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Career-description text 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plain-language strengths.   </a:t>
            </a:r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signals 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who's actually hireable.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COMPONENTS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signal captures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063240" y="1874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CAPTURES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869680" y="1874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276856"/>
            <a:ext cx="11064240" cy="521208"/>
          </a:xfrm>
          <a:prstGeom prst="rect">
            <a:avLst/>
          </a:prstGeom>
          <a:solidFill>
            <a:srgbClr val="E9F1F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31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title_fit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063240" y="23317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0" y="23317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2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title actually an ML/AI/SW engineer?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869680" y="2331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Decisive vs keyword-stuffers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8986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skills_fit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063240" y="289864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0" y="289864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2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× trust (endorsements + duration + assessment)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869680" y="289864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Kills “expert, 0 months used”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410712"/>
            <a:ext cx="11064240" cy="521208"/>
          </a:xfrm>
          <a:prstGeom prst="rect">
            <a:avLst/>
          </a:prstGeom>
          <a:solidFill>
            <a:srgbClr val="E9F1F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46557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career_evidence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063240" y="346557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14800" y="3465576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2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Product-company + shipped ranking / search / recsys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869680" y="34655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real builders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403250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063240" y="403250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14800" y="403250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2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cosine: profile ↔ JD-derived query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869680" y="403250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strengths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544568"/>
            <a:ext cx="11064240" cy="521208"/>
          </a:xfrm>
          <a:prstGeom prst="rect">
            <a:avLst/>
          </a:prstGeom>
          <a:solidFill>
            <a:srgbClr val="E9F1F8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5994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experience_fit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063240" y="45994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114800" y="459943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2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with the 5–9y band (ideal 6–8)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869680" y="459943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JD’s soft band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" y="5166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domain_fit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3063240" y="51663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114800" y="51663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2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IR vs CV / speech / robotics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869680" y="5166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JD-named negative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5678424"/>
            <a:ext cx="11064240" cy="521208"/>
          </a:xfrm>
          <a:prstGeom prst="rect">
            <a:avLst/>
          </a:prstGeom>
          <a:solidFill>
            <a:srgbClr val="E9F1F8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57332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location_fit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3063240" y="573328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114800" y="573328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2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metros / willing to relocate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869680" y="573328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visa sponsorship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live in config.yaml · the structured JD reading lives in role_spec.yaml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DEFEATING THE TRAPS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profiles, not embeddings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12233D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103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 detection — internal consistency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69748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vs date span —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role can’t last 96 months across a 36-month window.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vs experience —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can’t have worked more years than you’ve existed professionally.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Proficiency vs usage —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“expert” in many skills with 0 months used is impossible.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vs career length —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 used longer than the whole career.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55080" y="1874520"/>
            <a:ext cx="5166360" cy="4160520"/>
          </a:xfrm>
          <a:prstGeom prst="roundRect">
            <a:avLst>
              <a:gd name="adj" fmla="val 1758"/>
            </a:avLst>
          </a:prstGeom>
          <a:solidFill>
            <a:srgbClr val="0A1830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4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keyword-stuffer test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75120" y="26974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“Marketing Manager” + 9 AI skills</a:t>
            </a:r>
            <a:endParaRPr lang="en-US" sz="1450" dirty="0"/>
          </a:p>
          <a:p>
            <a:pPr indent="0" marL="0">
              <a:buNone/>
            </a:pPr>
            <a:r>
              <a:rPr lang="en-US" sz="1450" i="1" dirty="0">
                <a:solidFill>
                  <a:srgbClr val="E861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bad baseline ranks this #1.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675120" y="36118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title_fit scores it ~0.05.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skill-trust multiplier strips “expert” skills with no endorsements or usage. It lands near the bottom — where a recruiter would put it.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75120" y="5349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never special-case IDs — detection generalizes and is defensible at interview.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ON THE FULL POOL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 candidates → a shortlist you can trust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1945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2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honeypots in the top 100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29000" y="20116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21945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11880" y="3063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2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keyword-stuffer roles in top 100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21945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92/100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00800" y="3063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2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5–9y band (mean 6.6y)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06840" y="20116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98280" y="21945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 min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189720" y="3063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2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· CPU · no network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108813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4297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Top-100 title mix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4400" y="4251960"/>
            <a:ext cx="868680" cy="8229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9593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5138928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2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49424" y="4369526"/>
            <a:ext cx="868680" cy="70539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2203704" y="407691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157984" y="5138928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2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584448" y="4487091"/>
            <a:ext cx="868680" cy="587829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3538728" y="4194483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93008" y="5138928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2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919472" y="4604657"/>
            <a:ext cx="868680" cy="470263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4873752" y="4312049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28032" y="5138928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2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Recsys Eng.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54496" y="4663440"/>
            <a:ext cx="86868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6208776" y="437083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63056" y="5138928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2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DS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589520" y="4663440"/>
            <a:ext cx="86868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4" name="Text 32"/>
          <p:cNvSpPr/>
          <p:nvPr/>
        </p:nvSpPr>
        <p:spPr>
          <a:xfrm>
            <a:off x="7543800" y="437083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498080" y="5138928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2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924544" y="4722223"/>
            <a:ext cx="868680" cy="352697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7" name="Text 35"/>
          <p:cNvSpPr/>
          <p:nvPr/>
        </p:nvSpPr>
        <p:spPr>
          <a:xfrm>
            <a:off x="8878824" y="4429615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833104" y="5138928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2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Eng.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0259568" y="4839789"/>
            <a:ext cx="868680" cy="235131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0" name="Text 38"/>
          <p:cNvSpPr/>
          <p:nvPr/>
        </p:nvSpPr>
        <p:spPr>
          <a:xfrm>
            <a:off x="10213848" y="4547181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168128" y="5138928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2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Sci.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4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RANK IS EXPLAINED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Reasoning a human can audit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2233D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21408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377440" y="2103120"/>
            <a:ext cx="8961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5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AI Engineer with 6.7 yrs; strong role and skills alignment; relevant skills: Information Retrieval, Learning to Rank, Elasticsearch; responsive to recruiters (73%).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333756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2233D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538728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377440" y="3520440"/>
            <a:ext cx="8961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5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role is Project Manager (14.5 yrs); core engineering-title fit is weak despite listed skills; not active in 218d.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475488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0A1830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4956048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61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377440" y="4937760"/>
            <a:ext cx="8961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5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as likely honeypot (role duration exceeds its date span — impossible tenure); ranked at the bottom despite surface keyword matches.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4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only in facts in the profile · names honest concerns · tone tracks the rank — built for Stage-4 manual review.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PRODUCTION CONSTRAINTS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Reproducible, offline, within budget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331720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22128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only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6700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anywhere in the ranking path.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92024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37960" y="233172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0" y="22128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network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40880" y="26700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hosted-LLM / API calls during ranking.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05840" y="3931920"/>
            <a:ext cx="310896" cy="310896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4" name="Text 12"/>
          <p:cNvSpPr/>
          <p:nvPr/>
        </p:nvSpPr>
        <p:spPr>
          <a:xfrm>
            <a:off x="1508760" y="38130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min · &lt; 16 GB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2702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4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 for 100k on a laptop CPU.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0" y="352044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37960" y="3931920"/>
            <a:ext cx="310896" cy="310896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38130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40880" y="42702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247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rank.py --candidates … --out …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5349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semantic backend is TF-IDF — deterministic, no model download. An optional dense-embedding precompute is available; ranking stays offline either way.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291840"/>
            <a:ext cx="5943600" cy="5943600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44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057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ranker that reasons about fit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424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44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hybrid scoring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title, skill-trust, career evidence, semantic, behavioral, honeypot guard.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Defeats the dataset’s traps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keyword-stuffers down, plain-language strengths up, honeypots out.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offline, CPU, one command, ~1 min for 100k candidates.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5943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44E0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hiring smarter.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Redrob Candidate Ranker — Approach</dc:title>
  <dc:subject>PptxGenJS Presentation</dc:subject>
  <dc:creator>Team Redrob</dc:creator>
  <cp:lastModifiedBy>Team Redrob</cp:lastModifiedBy>
  <cp:revision>1</cp:revision>
  <dcterms:created xsi:type="dcterms:W3CDTF">2026-06-27T06:38:22Z</dcterms:created>
  <dcterms:modified xsi:type="dcterms:W3CDTF">2026-06-27T06:38:22Z</dcterms:modified>
</cp:coreProperties>
</file>